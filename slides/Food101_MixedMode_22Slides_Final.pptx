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7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Machin Learning </a:t>
            </a:r>
            <a:br>
              <a:rPr lang="en-US"/>
            </a:br>
            <a:r>
              <a:t>Food-101 Image Classification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Zahra Dastfal, Umesh Chander Reddy, Vinod Kumar Reddy</a:t>
            </a:r>
          </a:p>
          <a:p>
            <a:r>
              <a:t>Instructor: Dr. I-Hua Tsai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Introduction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Problem Statement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Dataset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Methodology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Baseline Model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EfficientNetB0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Fine-Tuning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Results &amp; Analysis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Comparison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Food classification is challenging due to visual variability.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Applications: health apps, calorie tracking, automation.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Deep learning improves classification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Food-101 includes 101 food classes with high variability.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Images differ in lighting, angle, background.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Goal: Build models to classify all 101 categories accurately.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Food-101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101 food categories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101,000 total images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75,750 training images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25,250 test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Data preprocessing (resize, normalize)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Baseline CNN training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EfficientNetB0 (transfer learning)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EfficientNetB0 fine-tuning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Model evaluation and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Baseline CNN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Simple CNN architecture: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Convolution + MaxPooling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Dense classification layer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Used as baseline benchmark.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99"/>
                </a:solidFill>
              </a:defRPr>
            </a:pPr>
            <a:r>
              <a:t>Baseline CNN – Accuracy Curve</a:t>
            </a:r>
          </a:p>
        </p:txBody>
      </p:sp>
      <p:pic>
        <p:nvPicPr>
          <p:cNvPr id="3" name="Picture 2" descr="baselin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99"/>
                </a:solidFill>
              </a:defRPr>
            </a:pPr>
            <a:r>
              <a:t>Baseline CNN – Loss Curve</a:t>
            </a:r>
          </a:p>
        </p:txBody>
      </p:sp>
      <p:pic>
        <p:nvPicPr>
          <p:cNvPr id="3" name="Picture 2" descr="baselin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Baseline CNN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Model is underfitting.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Accuracy remains low and unstable.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Model lacks capacity for complex food categories.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EfficientNetB0 (Initial Training)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Uses pretrained ImageNet weights.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Base layers frozen (feature extraction).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Much stronger performance compared to baseline.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99"/>
                </a:solidFill>
              </a:defRPr>
            </a:pPr>
            <a:r>
              <a:t>EfficientNetB0 Initial – Accuracy</a:t>
            </a:r>
          </a:p>
        </p:txBody>
      </p:sp>
      <p:pic>
        <p:nvPicPr>
          <p:cNvPr id="3" name="Picture 2" descr="effnet_initia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99"/>
                </a:solidFill>
              </a:defRPr>
            </a:pPr>
            <a:r>
              <a:t>EfficientNetB0 Initial – Loss</a:t>
            </a:r>
          </a:p>
        </p:txBody>
      </p:sp>
      <p:pic>
        <p:nvPicPr>
          <p:cNvPr id="3" name="Picture 2" descr="effnet_initial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Initial Training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Fast convergence and high accuracy.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Validation loss decreases steadily.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Model generalizes well even without fine-tuning.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EfficientNetB0 (Fine-Tuning)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Top layers unfrozen for more learning.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Small learning rate prevents overfitting.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Accuracy improves further.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99"/>
                </a:solidFill>
              </a:defRPr>
            </a:pPr>
            <a:r>
              <a:t>Fine-Tuning – Accuracy Curve</a:t>
            </a:r>
          </a:p>
        </p:txBody>
      </p:sp>
      <p:pic>
        <p:nvPicPr>
          <p:cNvPr id="3" name="Picture 2" descr="effnet_fin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99"/>
                </a:solidFill>
              </a:defRPr>
            </a:pPr>
            <a:r>
              <a:t>Fine-Tuning – Loss Curve</a:t>
            </a:r>
          </a:p>
        </p:txBody>
      </p:sp>
      <p:pic>
        <p:nvPicPr>
          <p:cNvPr id="3" name="Picture 2" descr="effnet_fin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Fine-Tuning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Accuracy increases beyond initial model.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Model adapts to Food-101 dataset.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Best performing version of the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99"/>
                </a:solidFill>
              </a:defRPr>
            </a:pPr>
            <a:r>
              <a:t>Confusion Matrix (Final Model)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208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Baseline CNN: very low accuracy, underfitting.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EfficientNet Initial: strong accuracy (~70%).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Fine-Tuned EfficientNet: best accuracy (~71%).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Transfer learning significantly outperforms baseline CNN.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Fine-tuning yields additional improvements.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EfficientNetB0 is effective for large-scale food datasets.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3399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Train more epochs.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Use EfficientNetB3/B4.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Apply data augmentation.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Hyperparameter optimization.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Deploy model as web/mobile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</Words>
  <Application>Microsoft Office PowerPoint</Application>
  <PresentationFormat>On-screen Show (4:3)</PresentationFormat>
  <Paragraphs>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Machin Learning  Food-101 Image Classification Project</vt:lpstr>
      <vt:lpstr>Agenda</vt:lpstr>
      <vt:lpstr>Introduction</vt:lpstr>
      <vt:lpstr>Problem Statement</vt:lpstr>
      <vt:lpstr>Food-101 Dataset</vt:lpstr>
      <vt:lpstr>Methodology</vt:lpstr>
      <vt:lpstr>Baseline CNN Model</vt:lpstr>
      <vt:lpstr>Baseline CNN – Accuracy Curve</vt:lpstr>
      <vt:lpstr>Baseline CNN – Loss Curve</vt:lpstr>
      <vt:lpstr>Baseline CNN – Analysis</vt:lpstr>
      <vt:lpstr>EfficientNetB0 (Initial Training)</vt:lpstr>
      <vt:lpstr>EfficientNetB0 Initial – Accuracy</vt:lpstr>
      <vt:lpstr>EfficientNetB0 Initial – Loss</vt:lpstr>
      <vt:lpstr>Initial Training – Analysis</vt:lpstr>
      <vt:lpstr>EfficientNetB0 (Fine-Tuning)</vt:lpstr>
      <vt:lpstr>Fine-Tuning – Accuracy Curve</vt:lpstr>
      <vt:lpstr>Fine-Tuning – Loss Curve</vt:lpstr>
      <vt:lpstr>Fine-Tuning – Analysis</vt:lpstr>
      <vt:lpstr>Confusion Matrix (Final Model)</vt:lpstr>
      <vt:lpstr>Model Comparison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zahra dastfal</dc:creator>
  <cp:keywords/>
  <dc:description>generated using python-pptx</dc:description>
  <cp:lastModifiedBy>zahra dastfal</cp:lastModifiedBy>
  <cp:revision>2</cp:revision>
  <dcterms:created xsi:type="dcterms:W3CDTF">2013-01-27T09:14:16Z</dcterms:created>
  <dcterms:modified xsi:type="dcterms:W3CDTF">2025-11-30T02:01:32Z</dcterms:modified>
  <cp:category/>
</cp:coreProperties>
</file>